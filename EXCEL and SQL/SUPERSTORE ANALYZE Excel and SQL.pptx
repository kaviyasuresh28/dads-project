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7898E2-6C00-45E6-B816-DA22040C70AC}" v="24" dt="2025-07-29T12:51:40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ya Prabha" userId="feb9df753bb36b98" providerId="LiveId" clId="{E57898E2-6C00-45E6-B816-DA22040C70AC}"/>
    <pc:docChg chg="undo custSel addSld modSld">
      <pc:chgData name="Kaviya Prabha" userId="feb9df753bb36b98" providerId="LiveId" clId="{E57898E2-6C00-45E6-B816-DA22040C70AC}" dt="2025-07-29T12:51:55.464" v="712" actId="1076"/>
      <pc:docMkLst>
        <pc:docMk/>
      </pc:docMkLst>
      <pc:sldChg chg="modSp">
        <pc:chgData name="Kaviya Prabha" userId="feb9df753bb36b98" providerId="LiveId" clId="{E57898E2-6C00-45E6-B816-DA22040C70AC}" dt="2025-07-29T12:51:40.427" v="710"/>
        <pc:sldMkLst>
          <pc:docMk/>
          <pc:sldMk cId="622259962" sldId="256"/>
        </pc:sldMkLst>
        <pc:spChg chg="mod">
          <ac:chgData name="Kaviya Prabha" userId="feb9df753bb36b98" providerId="LiveId" clId="{E57898E2-6C00-45E6-B816-DA22040C70AC}" dt="2025-07-29T12:51:40.427" v="710"/>
          <ac:spMkLst>
            <pc:docMk/>
            <pc:sldMk cId="622259962" sldId="256"/>
            <ac:spMk id="2" creationId="{94C0B566-4725-83FB-F4CB-729FB6F67C31}"/>
          </ac:spMkLst>
        </pc:spChg>
        <pc:spChg chg="mod">
          <ac:chgData name="Kaviya Prabha" userId="feb9df753bb36b98" providerId="LiveId" clId="{E57898E2-6C00-45E6-B816-DA22040C70AC}" dt="2025-07-29T12:51:40.427" v="710"/>
          <ac:spMkLst>
            <pc:docMk/>
            <pc:sldMk cId="622259962" sldId="256"/>
            <ac:spMk id="3" creationId="{0FB68788-1891-7A4D-89A8-8CC0D810823C}"/>
          </ac:spMkLst>
        </pc:spChg>
      </pc:sldChg>
      <pc:sldChg chg="modSp">
        <pc:chgData name="Kaviya Prabha" userId="feb9df753bb36b98" providerId="LiveId" clId="{E57898E2-6C00-45E6-B816-DA22040C70AC}" dt="2025-07-29T12:51:40.427" v="710"/>
        <pc:sldMkLst>
          <pc:docMk/>
          <pc:sldMk cId="980468238" sldId="257"/>
        </pc:sldMkLst>
        <pc:spChg chg="mod">
          <ac:chgData name="Kaviya Prabha" userId="feb9df753bb36b98" providerId="LiveId" clId="{E57898E2-6C00-45E6-B816-DA22040C70AC}" dt="2025-07-29T12:51:40.427" v="710"/>
          <ac:spMkLst>
            <pc:docMk/>
            <pc:sldMk cId="980468238" sldId="257"/>
            <ac:spMk id="2" creationId="{3DBA8432-B778-12EA-C1BD-84896B422B70}"/>
          </ac:spMkLst>
        </pc:spChg>
        <pc:spChg chg="mod">
          <ac:chgData name="Kaviya Prabha" userId="feb9df753bb36b98" providerId="LiveId" clId="{E57898E2-6C00-45E6-B816-DA22040C70AC}" dt="2025-07-29T12:51:40.427" v="710"/>
          <ac:spMkLst>
            <pc:docMk/>
            <pc:sldMk cId="980468238" sldId="257"/>
            <ac:spMk id="3" creationId="{AE9D299C-12D1-0F3A-2EAC-F90DFB02CC1A}"/>
          </ac:spMkLst>
        </pc:spChg>
      </pc:sldChg>
      <pc:sldChg chg="modSp mod">
        <pc:chgData name="Kaviya Prabha" userId="feb9df753bb36b98" providerId="LiveId" clId="{E57898E2-6C00-45E6-B816-DA22040C70AC}" dt="2025-07-29T12:51:40.427" v="710"/>
        <pc:sldMkLst>
          <pc:docMk/>
          <pc:sldMk cId="530044037" sldId="258"/>
        </pc:sldMkLst>
        <pc:spChg chg="mod">
          <ac:chgData name="Kaviya Prabha" userId="feb9df753bb36b98" providerId="LiveId" clId="{E57898E2-6C00-45E6-B816-DA22040C70AC}" dt="2025-07-29T12:51:40.427" v="710"/>
          <ac:spMkLst>
            <pc:docMk/>
            <pc:sldMk cId="530044037" sldId="258"/>
            <ac:spMk id="2" creationId="{95948E1F-3467-471B-CC17-B6ABA0FC6722}"/>
          </ac:spMkLst>
        </pc:spChg>
        <pc:spChg chg="mod">
          <ac:chgData name="Kaviya Prabha" userId="feb9df753bb36b98" providerId="LiveId" clId="{E57898E2-6C00-45E6-B816-DA22040C70AC}" dt="2025-07-29T12:51:40.427" v="710"/>
          <ac:spMkLst>
            <pc:docMk/>
            <pc:sldMk cId="530044037" sldId="258"/>
            <ac:spMk id="3" creationId="{A3A944FE-D2A0-283E-7561-2150E844B442}"/>
          </ac:spMkLst>
        </pc:spChg>
      </pc:sldChg>
      <pc:sldChg chg="modSp">
        <pc:chgData name="Kaviya Prabha" userId="feb9df753bb36b98" providerId="LiveId" clId="{E57898E2-6C00-45E6-B816-DA22040C70AC}" dt="2025-07-29T12:51:40.427" v="710"/>
        <pc:sldMkLst>
          <pc:docMk/>
          <pc:sldMk cId="3902987752" sldId="260"/>
        </pc:sldMkLst>
        <pc:spChg chg="mod">
          <ac:chgData name="Kaviya Prabha" userId="feb9df753bb36b98" providerId="LiveId" clId="{E57898E2-6C00-45E6-B816-DA22040C70AC}" dt="2025-07-29T12:51:40.427" v="710"/>
          <ac:spMkLst>
            <pc:docMk/>
            <pc:sldMk cId="3902987752" sldId="260"/>
            <ac:spMk id="3" creationId="{B0D926A3-FB30-8CE1-9878-0750EC3045DC}"/>
          </ac:spMkLst>
        </pc:spChg>
        <pc:spChg chg="mod">
          <ac:chgData name="Kaviya Prabha" userId="feb9df753bb36b98" providerId="LiveId" clId="{E57898E2-6C00-45E6-B816-DA22040C70AC}" dt="2025-07-29T12:51:40.427" v="710"/>
          <ac:spMkLst>
            <pc:docMk/>
            <pc:sldMk cId="3902987752" sldId="260"/>
            <ac:spMk id="4" creationId="{15789DFB-B079-44BF-B279-3028AB770459}"/>
          </ac:spMkLst>
        </pc:spChg>
      </pc:sldChg>
      <pc:sldChg chg="addSp delSp modSp mod">
        <pc:chgData name="Kaviya Prabha" userId="feb9df753bb36b98" providerId="LiveId" clId="{E57898E2-6C00-45E6-B816-DA22040C70AC}" dt="2025-07-27T18:23:06.397" v="287" actId="1076"/>
        <pc:sldMkLst>
          <pc:docMk/>
          <pc:sldMk cId="2157430116" sldId="261"/>
        </pc:sldMkLst>
        <pc:spChg chg="mod">
          <ac:chgData name="Kaviya Prabha" userId="feb9df753bb36b98" providerId="LiveId" clId="{E57898E2-6C00-45E6-B816-DA22040C70AC}" dt="2025-07-27T18:21:19.658" v="283" actId="14100"/>
          <ac:spMkLst>
            <pc:docMk/>
            <pc:sldMk cId="2157430116" sldId="261"/>
            <ac:spMk id="3" creationId="{FEEA12B0-6F1A-8F98-ABEA-A6BCFF366DA8}"/>
          </ac:spMkLst>
        </pc:spChg>
        <pc:spChg chg="add mod">
          <ac:chgData name="Kaviya Prabha" userId="feb9df753bb36b98" providerId="LiveId" clId="{E57898E2-6C00-45E6-B816-DA22040C70AC}" dt="2025-07-27T18:14:05.800" v="203" actId="1076"/>
          <ac:spMkLst>
            <pc:docMk/>
            <pc:sldMk cId="2157430116" sldId="261"/>
            <ac:spMk id="8" creationId="{19756175-D492-04C5-1D4E-3FF54322771A}"/>
          </ac:spMkLst>
        </pc:spChg>
        <pc:spChg chg="add mod">
          <ac:chgData name="Kaviya Prabha" userId="feb9df753bb36b98" providerId="LiveId" clId="{E57898E2-6C00-45E6-B816-DA22040C70AC}" dt="2025-07-27T18:21:34.048" v="284" actId="1076"/>
          <ac:spMkLst>
            <pc:docMk/>
            <pc:sldMk cId="2157430116" sldId="261"/>
            <ac:spMk id="12" creationId="{A9F930EC-3DE0-1936-C8E1-385766B2D02A}"/>
          </ac:spMkLst>
        </pc:spChg>
        <pc:picChg chg="add mod">
          <ac:chgData name="Kaviya Prabha" userId="feb9df753bb36b98" providerId="LiveId" clId="{E57898E2-6C00-45E6-B816-DA22040C70AC}" dt="2025-07-27T18:21:52.166" v="285" actId="1076"/>
          <ac:picMkLst>
            <pc:docMk/>
            <pc:sldMk cId="2157430116" sldId="261"/>
            <ac:picMk id="5" creationId="{75A0B076-6928-C2EE-64B3-2C306C7DDA2E}"/>
          </ac:picMkLst>
        </pc:picChg>
        <pc:picChg chg="add mod">
          <ac:chgData name="Kaviya Prabha" userId="feb9df753bb36b98" providerId="LiveId" clId="{E57898E2-6C00-45E6-B816-DA22040C70AC}" dt="2025-07-27T18:13:27.868" v="193" actId="1076"/>
          <ac:picMkLst>
            <pc:docMk/>
            <pc:sldMk cId="2157430116" sldId="261"/>
            <ac:picMk id="7" creationId="{BC71DB00-C864-30B7-1D47-9C3264BEAB10}"/>
          </ac:picMkLst>
        </pc:picChg>
        <pc:picChg chg="add mod">
          <ac:chgData name="Kaviya Prabha" userId="feb9df753bb36b98" providerId="LiveId" clId="{E57898E2-6C00-45E6-B816-DA22040C70AC}" dt="2025-07-27T18:17:01.083" v="214" actId="14100"/>
          <ac:picMkLst>
            <pc:docMk/>
            <pc:sldMk cId="2157430116" sldId="261"/>
            <ac:picMk id="10" creationId="{AACBF738-41C2-A35F-A317-12147E110D9A}"/>
          </ac:picMkLst>
        </pc:picChg>
        <pc:picChg chg="add mod">
          <ac:chgData name="Kaviya Prabha" userId="feb9df753bb36b98" providerId="LiveId" clId="{E57898E2-6C00-45E6-B816-DA22040C70AC}" dt="2025-07-27T18:23:06.397" v="287" actId="1076"/>
          <ac:picMkLst>
            <pc:docMk/>
            <pc:sldMk cId="2157430116" sldId="261"/>
            <ac:picMk id="14" creationId="{1F68A85C-E151-84BB-1BCC-0CBADAF6038F}"/>
          </ac:picMkLst>
        </pc:picChg>
      </pc:sldChg>
      <pc:sldChg chg="addSp delSp modSp new mod modClrScheme chgLayout">
        <pc:chgData name="Kaviya Prabha" userId="feb9df753bb36b98" providerId="LiveId" clId="{E57898E2-6C00-45E6-B816-DA22040C70AC}" dt="2025-07-27T18:35:05.503" v="483" actId="14100"/>
        <pc:sldMkLst>
          <pc:docMk/>
          <pc:sldMk cId="2537781315" sldId="262"/>
        </pc:sldMkLst>
        <pc:spChg chg="add mod">
          <ac:chgData name="Kaviya Prabha" userId="feb9df753bb36b98" providerId="LiveId" clId="{E57898E2-6C00-45E6-B816-DA22040C70AC}" dt="2025-07-27T18:24:03.705" v="291" actId="1076"/>
          <ac:spMkLst>
            <pc:docMk/>
            <pc:sldMk cId="2537781315" sldId="262"/>
            <ac:spMk id="4" creationId="{2247693B-8F73-4B69-C3DC-52331D74F9EF}"/>
          </ac:spMkLst>
        </pc:spChg>
        <pc:spChg chg="add mod">
          <ac:chgData name="Kaviya Prabha" userId="feb9df753bb36b98" providerId="LiveId" clId="{E57898E2-6C00-45E6-B816-DA22040C70AC}" dt="2025-07-27T18:28:25.930" v="393" actId="20577"/>
          <ac:spMkLst>
            <pc:docMk/>
            <pc:sldMk cId="2537781315" sldId="262"/>
            <ac:spMk id="13" creationId="{A9B5A67C-45D1-44D1-9DA5-0C12A18C1A74}"/>
          </ac:spMkLst>
        </pc:spChg>
        <pc:spChg chg="add mod">
          <ac:chgData name="Kaviya Prabha" userId="feb9df753bb36b98" providerId="LiveId" clId="{E57898E2-6C00-45E6-B816-DA22040C70AC}" dt="2025-07-27T18:29:10.353" v="402" actId="1076"/>
          <ac:spMkLst>
            <pc:docMk/>
            <pc:sldMk cId="2537781315" sldId="262"/>
            <ac:spMk id="15" creationId="{CEC1BDE1-C38F-BBF9-89EC-520767D18754}"/>
          </ac:spMkLst>
        </pc:spChg>
        <pc:spChg chg="add mod">
          <ac:chgData name="Kaviya Prabha" userId="feb9df753bb36b98" providerId="LiveId" clId="{E57898E2-6C00-45E6-B816-DA22040C70AC}" dt="2025-07-27T18:32:01.869" v="466" actId="20577"/>
          <ac:spMkLst>
            <pc:docMk/>
            <pc:sldMk cId="2537781315" sldId="262"/>
            <ac:spMk id="18" creationId="{1A37FD85-C7AB-4A62-A878-1D67031AEB7A}"/>
          </ac:spMkLst>
        </pc:spChg>
        <pc:spChg chg="add mod">
          <ac:chgData name="Kaviya Prabha" userId="feb9df753bb36b98" providerId="LiveId" clId="{E57898E2-6C00-45E6-B816-DA22040C70AC}" dt="2025-07-27T18:34:52.780" v="479" actId="1076"/>
          <ac:spMkLst>
            <pc:docMk/>
            <pc:sldMk cId="2537781315" sldId="262"/>
            <ac:spMk id="21" creationId="{4A2054AA-00A1-B062-D270-3A8BEA5BA1D7}"/>
          </ac:spMkLst>
        </pc:spChg>
        <pc:picChg chg="add mod">
          <ac:chgData name="Kaviya Prabha" userId="feb9df753bb36b98" providerId="LiveId" clId="{E57898E2-6C00-45E6-B816-DA22040C70AC}" dt="2025-07-27T18:24:39.121" v="295" actId="14100"/>
          <ac:picMkLst>
            <pc:docMk/>
            <pc:sldMk cId="2537781315" sldId="262"/>
            <ac:picMk id="6" creationId="{D83E34C7-5390-862A-4667-740AA70EF2BE}"/>
          </ac:picMkLst>
        </pc:picChg>
        <pc:picChg chg="add mod">
          <ac:chgData name="Kaviya Prabha" userId="feb9df753bb36b98" providerId="LiveId" clId="{E57898E2-6C00-45E6-B816-DA22040C70AC}" dt="2025-07-27T18:25:55.882" v="304" actId="14100"/>
          <ac:picMkLst>
            <pc:docMk/>
            <pc:sldMk cId="2537781315" sldId="262"/>
            <ac:picMk id="8" creationId="{1DF6280C-6420-5478-31E2-6E328D102BC8}"/>
          </ac:picMkLst>
        </pc:picChg>
        <pc:picChg chg="add mod">
          <ac:chgData name="Kaviya Prabha" userId="feb9df753bb36b98" providerId="LiveId" clId="{E57898E2-6C00-45E6-B816-DA22040C70AC}" dt="2025-07-27T18:28:38.204" v="396" actId="1076"/>
          <ac:picMkLst>
            <pc:docMk/>
            <pc:sldMk cId="2537781315" sldId="262"/>
            <ac:picMk id="10" creationId="{D461EAF3-32D8-EC61-AEC3-C8FDA7619721}"/>
          </ac:picMkLst>
        </pc:picChg>
        <pc:picChg chg="add mod">
          <ac:chgData name="Kaviya Prabha" userId="feb9df753bb36b98" providerId="LiveId" clId="{E57898E2-6C00-45E6-B816-DA22040C70AC}" dt="2025-07-27T18:29:39.100" v="404" actId="1076"/>
          <ac:picMkLst>
            <pc:docMk/>
            <pc:sldMk cId="2537781315" sldId="262"/>
            <ac:picMk id="17" creationId="{131316E6-A973-83CC-7ACE-13A62FEFCC0E}"/>
          </ac:picMkLst>
        </pc:picChg>
        <pc:picChg chg="add mod">
          <ac:chgData name="Kaviya Prabha" userId="feb9df753bb36b98" providerId="LiveId" clId="{E57898E2-6C00-45E6-B816-DA22040C70AC}" dt="2025-07-27T18:34:48.696" v="478" actId="1076"/>
          <ac:picMkLst>
            <pc:docMk/>
            <pc:sldMk cId="2537781315" sldId="262"/>
            <ac:picMk id="20" creationId="{3EAB2BB0-86B4-9723-1291-B6958C8A8E61}"/>
          </ac:picMkLst>
        </pc:picChg>
        <pc:picChg chg="add mod">
          <ac:chgData name="Kaviya Prabha" userId="feb9df753bb36b98" providerId="LiveId" clId="{E57898E2-6C00-45E6-B816-DA22040C70AC}" dt="2025-07-27T18:35:05.503" v="483" actId="14100"/>
          <ac:picMkLst>
            <pc:docMk/>
            <pc:sldMk cId="2537781315" sldId="262"/>
            <ac:picMk id="23" creationId="{B7A37873-09DC-6DA0-1A93-074A96F3AB31}"/>
          </ac:picMkLst>
        </pc:picChg>
      </pc:sldChg>
      <pc:sldChg chg="addSp delSp modSp new mod">
        <pc:chgData name="Kaviya Prabha" userId="feb9df753bb36b98" providerId="LiveId" clId="{E57898E2-6C00-45E6-B816-DA22040C70AC}" dt="2025-07-27T18:41:08.579" v="600" actId="1076"/>
        <pc:sldMkLst>
          <pc:docMk/>
          <pc:sldMk cId="2959153582" sldId="263"/>
        </pc:sldMkLst>
        <pc:spChg chg="add mod">
          <ac:chgData name="Kaviya Prabha" userId="feb9df753bb36b98" providerId="LiveId" clId="{E57898E2-6C00-45E6-B816-DA22040C70AC}" dt="2025-07-27T18:39:28.049" v="569" actId="14100"/>
          <ac:spMkLst>
            <pc:docMk/>
            <pc:sldMk cId="2959153582" sldId="263"/>
            <ac:spMk id="2" creationId="{5D03EED2-53D0-1370-11BE-025E759102BF}"/>
          </ac:spMkLst>
        </pc:spChg>
        <pc:spChg chg="add mod">
          <ac:chgData name="Kaviya Prabha" userId="feb9df753bb36b98" providerId="LiveId" clId="{E57898E2-6C00-45E6-B816-DA22040C70AC}" dt="2025-07-27T18:38:52.852" v="568" actId="1076"/>
          <ac:spMkLst>
            <pc:docMk/>
            <pc:sldMk cId="2959153582" sldId="263"/>
            <ac:spMk id="7" creationId="{FB48AF05-57CF-512B-FDEA-678A477AB22E}"/>
          </ac:spMkLst>
        </pc:spChg>
        <pc:spChg chg="add mod">
          <ac:chgData name="Kaviya Prabha" userId="feb9df753bb36b98" providerId="LiveId" clId="{E57898E2-6C00-45E6-B816-DA22040C70AC}" dt="2025-07-27T18:40:05.780" v="592" actId="20577"/>
          <ac:spMkLst>
            <pc:docMk/>
            <pc:sldMk cId="2959153582" sldId="263"/>
            <ac:spMk id="8" creationId="{1255EE2F-AEAB-1340-530E-B0DC9CF3A296}"/>
          </ac:spMkLst>
        </pc:spChg>
        <pc:spChg chg="add mod">
          <ac:chgData name="Kaviya Prabha" userId="feb9df753bb36b98" providerId="LiveId" clId="{E57898E2-6C00-45E6-B816-DA22040C70AC}" dt="2025-07-27T18:40:47.756" v="598" actId="1076"/>
          <ac:spMkLst>
            <pc:docMk/>
            <pc:sldMk cId="2959153582" sldId="263"/>
            <ac:spMk id="13" creationId="{ECA7FADD-924C-9EAF-CAFC-BFD4A514A65E}"/>
          </ac:spMkLst>
        </pc:spChg>
        <pc:picChg chg="add mod">
          <ac:chgData name="Kaviya Prabha" userId="feb9df753bb36b98" providerId="LiveId" clId="{E57898E2-6C00-45E6-B816-DA22040C70AC}" dt="2025-07-27T18:37:14.960" v="556" actId="14100"/>
          <ac:picMkLst>
            <pc:docMk/>
            <pc:sldMk cId="2959153582" sldId="263"/>
            <ac:picMk id="4" creationId="{4E36CD89-255F-66C4-3B7C-12AADF9C84AB}"/>
          </ac:picMkLst>
        </pc:picChg>
        <pc:picChg chg="add mod">
          <ac:chgData name="Kaviya Prabha" userId="feb9df753bb36b98" providerId="LiveId" clId="{E57898E2-6C00-45E6-B816-DA22040C70AC}" dt="2025-07-27T18:38:35.691" v="566" actId="1076"/>
          <ac:picMkLst>
            <pc:docMk/>
            <pc:sldMk cId="2959153582" sldId="263"/>
            <ac:picMk id="6" creationId="{0E1EE34E-BBFE-751F-F3F7-75CB0013F543}"/>
          </ac:picMkLst>
        </pc:picChg>
        <pc:picChg chg="add mod">
          <ac:chgData name="Kaviya Prabha" userId="feb9df753bb36b98" providerId="LiveId" clId="{E57898E2-6C00-45E6-B816-DA22040C70AC}" dt="2025-07-27T18:40:28.394" v="594" actId="1076"/>
          <ac:picMkLst>
            <pc:docMk/>
            <pc:sldMk cId="2959153582" sldId="263"/>
            <ac:picMk id="10" creationId="{1D7538E6-200D-A4D7-DDD9-E52B60C04DD5}"/>
          </ac:picMkLst>
        </pc:picChg>
        <pc:picChg chg="add mod">
          <ac:chgData name="Kaviya Prabha" userId="feb9df753bb36b98" providerId="LiveId" clId="{E57898E2-6C00-45E6-B816-DA22040C70AC}" dt="2025-07-27T18:41:08.579" v="600" actId="1076"/>
          <ac:picMkLst>
            <pc:docMk/>
            <pc:sldMk cId="2959153582" sldId="263"/>
            <ac:picMk id="15" creationId="{DF59FFC6-4850-8002-815C-B9DEBBDBA980}"/>
          </ac:picMkLst>
        </pc:picChg>
      </pc:sldChg>
      <pc:sldChg chg="addSp delSp modSp new mod">
        <pc:chgData name="Kaviya Prabha" userId="feb9df753bb36b98" providerId="LiveId" clId="{E57898E2-6C00-45E6-B816-DA22040C70AC}" dt="2025-07-27T18:46:39.677" v="678" actId="1076"/>
        <pc:sldMkLst>
          <pc:docMk/>
          <pc:sldMk cId="3869662142" sldId="264"/>
        </pc:sldMkLst>
        <pc:spChg chg="add mod">
          <ac:chgData name="Kaviya Prabha" userId="feb9df753bb36b98" providerId="LiveId" clId="{E57898E2-6C00-45E6-B816-DA22040C70AC}" dt="2025-07-27T18:42:37.348" v="624" actId="20577"/>
          <ac:spMkLst>
            <pc:docMk/>
            <pc:sldMk cId="3869662142" sldId="264"/>
            <ac:spMk id="2" creationId="{33D6205A-452B-5F17-6375-3CDAC9DE840D}"/>
          </ac:spMkLst>
        </pc:spChg>
        <pc:spChg chg="add mod">
          <ac:chgData name="Kaviya Prabha" userId="feb9df753bb36b98" providerId="LiveId" clId="{E57898E2-6C00-45E6-B816-DA22040C70AC}" dt="2025-07-27T18:44:35.212" v="638" actId="1076"/>
          <ac:spMkLst>
            <pc:docMk/>
            <pc:sldMk cId="3869662142" sldId="264"/>
            <ac:spMk id="11" creationId="{5446D5D6-3E2C-0B2A-DEDD-55128DEB9824}"/>
          </ac:spMkLst>
        </pc:spChg>
        <pc:spChg chg="add del mod">
          <ac:chgData name="Kaviya Prabha" userId="feb9df753bb36b98" providerId="LiveId" clId="{E57898E2-6C00-45E6-B816-DA22040C70AC}" dt="2025-07-27T18:45:41.472" v="672" actId="20577"/>
          <ac:spMkLst>
            <pc:docMk/>
            <pc:sldMk cId="3869662142" sldId="264"/>
            <ac:spMk id="12" creationId="{86306C06-0947-0874-76BC-24AE3B7D8B0F}"/>
          </ac:spMkLst>
        </pc:spChg>
        <pc:spChg chg="add mod">
          <ac:chgData name="Kaviya Prabha" userId="feb9df753bb36b98" providerId="LiveId" clId="{E57898E2-6C00-45E6-B816-DA22040C70AC}" dt="2025-07-27T18:46:01.615" v="676" actId="1076"/>
          <ac:spMkLst>
            <pc:docMk/>
            <pc:sldMk cId="3869662142" sldId="264"/>
            <ac:spMk id="15" creationId="{C59CBDCE-EB33-345E-2337-B5A6790464DD}"/>
          </ac:spMkLst>
        </pc:spChg>
        <pc:picChg chg="add mod">
          <ac:chgData name="Kaviya Prabha" userId="feb9df753bb36b98" providerId="LiveId" clId="{E57898E2-6C00-45E6-B816-DA22040C70AC}" dt="2025-07-27T18:44:15.359" v="635" actId="1076"/>
          <ac:picMkLst>
            <pc:docMk/>
            <pc:sldMk cId="3869662142" sldId="264"/>
            <ac:picMk id="4" creationId="{426CB341-3539-2ECB-51A9-3B2282032240}"/>
          </ac:picMkLst>
        </pc:picChg>
        <pc:picChg chg="add mod">
          <ac:chgData name="Kaviya Prabha" userId="feb9df753bb36b98" providerId="LiveId" clId="{E57898E2-6C00-45E6-B816-DA22040C70AC}" dt="2025-07-27T18:44:17.839" v="636" actId="1076"/>
          <ac:picMkLst>
            <pc:docMk/>
            <pc:sldMk cId="3869662142" sldId="264"/>
            <ac:picMk id="10" creationId="{D4F212D8-A9BA-2BE4-7A7C-728BFA7CFB38}"/>
          </ac:picMkLst>
        </pc:picChg>
        <pc:picChg chg="add mod">
          <ac:chgData name="Kaviya Prabha" userId="feb9df753bb36b98" providerId="LiveId" clId="{E57898E2-6C00-45E6-B816-DA22040C70AC}" dt="2025-07-27T18:45:34.509" v="660" actId="1076"/>
          <ac:picMkLst>
            <pc:docMk/>
            <pc:sldMk cId="3869662142" sldId="264"/>
            <ac:picMk id="14" creationId="{A17B85DC-4F20-4453-BF15-0FE06A3C5219}"/>
          </ac:picMkLst>
        </pc:picChg>
        <pc:picChg chg="add mod">
          <ac:chgData name="Kaviya Prabha" userId="feb9df753bb36b98" providerId="LiveId" clId="{E57898E2-6C00-45E6-B816-DA22040C70AC}" dt="2025-07-27T18:46:39.677" v="678" actId="1076"/>
          <ac:picMkLst>
            <pc:docMk/>
            <pc:sldMk cId="3869662142" sldId="264"/>
            <ac:picMk id="17" creationId="{97D50A9B-79EF-0C48-1460-EB0E43550A35}"/>
          </ac:picMkLst>
        </pc:picChg>
      </pc:sldChg>
      <pc:sldChg chg="addSp delSp modSp new mod">
        <pc:chgData name="Kaviya Prabha" userId="feb9df753bb36b98" providerId="LiveId" clId="{E57898E2-6C00-45E6-B816-DA22040C70AC}" dt="2025-07-29T12:51:55.464" v="712" actId="1076"/>
        <pc:sldMkLst>
          <pc:docMk/>
          <pc:sldMk cId="2963653099" sldId="265"/>
        </pc:sldMkLst>
        <pc:spChg chg="add mod">
          <ac:chgData name="Kaviya Prabha" userId="feb9df753bb36b98" providerId="LiveId" clId="{E57898E2-6C00-45E6-B816-DA22040C70AC}" dt="2025-07-27T18:47:33.601" v="698" actId="20577"/>
          <ac:spMkLst>
            <pc:docMk/>
            <pc:sldMk cId="2963653099" sldId="265"/>
            <ac:spMk id="4" creationId="{72038FC7-1149-5CF6-92B4-D7115C43C299}"/>
          </ac:spMkLst>
        </pc:spChg>
        <pc:spChg chg="add mod">
          <ac:chgData name="Kaviya Prabha" userId="feb9df753bb36b98" providerId="LiveId" clId="{E57898E2-6C00-45E6-B816-DA22040C70AC}" dt="2025-07-29T12:51:55.464" v="712" actId="1076"/>
          <ac:spMkLst>
            <pc:docMk/>
            <pc:sldMk cId="2963653099" sldId="265"/>
            <ac:spMk id="9" creationId="{D7CBCF08-DBC8-57C2-875E-A50E4BA1EB70}"/>
          </ac:spMkLst>
        </pc:spChg>
        <pc:picChg chg="add mod">
          <ac:chgData name="Kaviya Prabha" userId="feb9df753bb36b98" providerId="LiveId" clId="{E57898E2-6C00-45E6-B816-DA22040C70AC}" dt="2025-07-29T12:51:52.388" v="711" actId="1076"/>
          <ac:picMkLst>
            <pc:docMk/>
            <pc:sldMk cId="2963653099" sldId="265"/>
            <ac:picMk id="6" creationId="{9D1A3D80-2929-77C6-E013-C030B32527CA}"/>
          </ac:picMkLst>
        </pc:picChg>
        <pc:picChg chg="add mod">
          <ac:chgData name="Kaviya Prabha" userId="feb9df753bb36b98" providerId="LiveId" clId="{E57898E2-6C00-45E6-B816-DA22040C70AC}" dt="2025-07-27T18:48:43.689" v="703" actId="1076"/>
          <ac:picMkLst>
            <pc:docMk/>
            <pc:sldMk cId="2963653099" sldId="265"/>
            <ac:picMk id="8" creationId="{24B1256E-A4DB-D98A-5BE9-B73A7EFCF85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954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7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7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5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6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5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9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0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5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15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0691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61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62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83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72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90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2465BC4-50CB-4503-A1B7-E47DACBBA82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B0823-04CD-45E7-B266-50FD336EC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7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B566-4725-83FB-F4CB-729FB6F67C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SUPERSTORE ANALYZE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8788-1891-7A4D-89A8-8CC0D8108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EXCEL + SQL</a:t>
            </a:r>
          </a:p>
        </p:txBody>
      </p:sp>
    </p:spTree>
    <p:extLst>
      <p:ext uri="{BB962C8B-B14F-4D97-AF65-F5344CB8AC3E}">
        <p14:creationId xmlns:p14="http://schemas.microsoft.com/office/powerpoint/2010/main" val="622259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8432-B778-12EA-C1BD-84896B42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D299C-12D1-0F3A-2EAC-F90DFB02C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Analyze the dataset containing sales transaction information from a retail business. The goal is to perform comprehensive data analysis, extract meaningful insights, and create interactive visualizations using Microsoft Excel and also creating a table and removing unwanted data using code in SQL.</a:t>
            </a:r>
          </a:p>
        </p:txBody>
      </p:sp>
    </p:spTree>
    <p:extLst>
      <p:ext uri="{BB962C8B-B14F-4D97-AF65-F5344CB8AC3E}">
        <p14:creationId xmlns:p14="http://schemas.microsoft.com/office/powerpoint/2010/main" val="980468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8E1F-3467-471B-CC17-B6ABA0FC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944FE-D2A0-283E-7561-2150E844B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9995 rows and 21 columns.</a:t>
            </a:r>
          </a:p>
          <a:p>
            <a:pPr marL="0" indent="0">
              <a:buNone/>
            </a:pPr>
            <a:r>
              <a:rPr lang="en-US" dirty="0"/>
              <a:t>Used power query to edit the dataset for clear insights.</a:t>
            </a:r>
          </a:p>
          <a:p>
            <a:pPr marL="0" indent="0">
              <a:buNone/>
            </a:pPr>
            <a:r>
              <a:rPr lang="en-US" dirty="0"/>
              <a:t>Added Data visualizations like line </a:t>
            </a:r>
            <a:r>
              <a:rPr lang="en-US" dirty="0" err="1"/>
              <a:t>chart,pie</a:t>
            </a:r>
            <a:r>
              <a:rPr lang="en-US" dirty="0"/>
              <a:t> </a:t>
            </a:r>
            <a:r>
              <a:rPr lang="en-US" dirty="0" err="1"/>
              <a:t>chart,Bar</a:t>
            </a:r>
            <a:r>
              <a:rPr lang="en-US" dirty="0"/>
              <a:t> chart and also slicers for filtering the data.</a:t>
            </a:r>
          </a:p>
          <a:p>
            <a:pPr marL="0" indent="0">
              <a:buNone/>
            </a:pPr>
            <a:r>
              <a:rPr lang="en-US" dirty="0"/>
              <a:t>Created pivot table for clear and concise summarization and also for easy calculations like aggregate function.</a:t>
            </a:r>
          </a:p>
          <a:p>
            <a:pPr marL="0" indent="0">
              <a:buNone/>
            </a:pPr>
            <a:r>
              <a:rPr lang="en-US" dirty="0"/>
              <a:t>Data are calculated by functions like </a:t>
            </a:r>
            <a:r>
              <a:rPr lang="en-US" dirty="0" err="1"/>
              <a:t>Sum,average,count,minimum</a:t>
            </a:r>
            <a:r>
              <a:rPr lang="en-US" dirty="0"/>
              <a:t>, maximum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3004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BA857E-1BA9-F0EB-3F46-11ABD0FACC89}"/>
              </a:ext>
            </a:extLst>
          </p:cNvPr>
          <p:cNvSpPr txBox="1"/>
          <p:nvPr/>
        </p:nvSpPr>
        <p:spPr>
          <a:xfrm>
            <a:off x="68826" y="142568"/>
            <a:ext cx="12005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DASHBOARD: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ED1B71-94F4-3BF9-46A2-17F40912C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3058"/>
            <a:ext cx="12192000" cy="586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40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D926A3-FB30-8CE1-9878-0750EC30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89DFB-B079-44BF-B279-3028AB770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Connect the Excel dataset into SQL for creating a table.</a:t>
            </a:r>
          </a:p>
          <a:p>
            <a:pPr marL="0" indent="0">
              <a:buNone/>
            </a:pPr>
            <a:r>
              <a:rPr lang="en-US" dirty="0"/>
              <a:t>Create a schema for importing the dataset into that</a:t>
            </a:r>
          </a:p>
          <a:p>
            <a:pPr marL="0" indent="0">
              <a:buNone/>
            </a:pPr>
            <a:r>
              <a:rPr lang="en-US" dirty="0"/>
              <a:t>Altered dataset for the precise insights.</a:t>
            </a:r>
          </a:p>
        </p:txBody>
      </p:sp>
    </p:spTree>
    <p:extLst>
      <p:ext uri="{BB962C8B-B14F-4D97-AF65-F5344CB8AC3E}">
        <p14:creationId xmlns:p14="http://schemas.microsoft.com/office/powerpoint/2010/main" val="3902987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A12B0-6F1A-8F98-ABEA-A6BCFF366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334296"/>
            <a:ext cx="11245645" cy="65237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1: Imported dataset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0B076-6928-C2EE-64B3-2C306C7D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89" y="876520"/>
            <a:ext cx="7220958" cy="781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71DB00-C864-30B7-1D47-9C3264BEA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89" y="2147271"/>
            <a:ext cx="6010633" cy="16971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756175-D492-04C5-1D4E-3FF54322771A}"/>
              </a:ext>
            </a:extLst>
          </p:cNvPr>
          <p:cNvSpPr txBox="1"/>
          <p:nvPr/>
        </p:nvSpPr>
        <p:spPr>
          <a:xfrm>
            <a:off x="108155" y="1725308"/>
            <a:ext cx="444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CBF738-41C2-A35F-A317-12147E110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321" y="2147271"/>
            <a:ext cx="5496233" cy="17932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F930EC-3DE0-1936-C8E1-385766B2D02A}"/>
              </a:ext>
            </a:extLst>
          </p:cNvPr>
          <p:cNvSpPr txBox="1"/>
          <p:nvPr/>
        </p:nvSpPr>
        <p:spPr>
          <a:xfrm>
            <a:off x="108154" y="3907615"/>
            <a:ext cx="87408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2: Removed all unwanted columns</a:t>
            </a:r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68A85C-E151-84BB-1BCC-0CBADAF60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12" y="4437508"/>
            <a:ext cx="7354326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30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47693B-8F73-4B69-C3DC-52331D74F9EF}"/>
              </a:ext>
            </a:extLst>
          </p:cNvPr>
          <p:cNvSpPr txBox="1"/>
          <p:nvPr/>
        </p:nvSpPr>
        <p:spPr>
          <a:xfrm>
            <a:off x="117988" y="142315"/>
            <a:ext cx="444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3E34C7-5390-862A-4667-740AA70EF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9" y="511647"/>
            <a:ext cx="6823586" cy="1760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F6280C-6420-5478-31E2-6E328D102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575" y="535153"/>
            <a:ext cx="4689986" cy="17136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61EAF3-32D8-EC61-AEC3-C8FDA7619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88" y="2746644"/>
            <a:ext cx="5899355" cy="9653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B5A67C-45D1-44D1-9DA5-0C12A18C1A74}"/>
              </a:ext>
            </a:extLst>
          </p:cNvPr>
          <p:cNvSpPr txBox="1"/>
          <p:nvPr/>
        </p:nvSpPr>
        <p:spPr>
          <a:xfrm>
            <a:off x="-68827" y="2216919"/>
            <a:ext cx="87408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3: Sum the Profit as Total profit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C1BDE1-C38F-BBF9-89EC-520767D18754}"/>
              </a:ext>
            </a:extLst>
          </p:cNvPr>
          <p:cNvSpPr txBox="1"/>
          <p:nvPr/>
        </p:nvSpPr>
        <p:spPr>
          <a:xfrm>
            <a:off x="6577779" y="2307317"/>
            <a:ext cx="444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1316E6-A973-83CC-7ACE-13A62FEFC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003" y="2661544"/>
            <a:ext cx="2381582" cy="78115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A37FD85-C7AB-4A62-A878-1D67031AEB7A}"/>
              </a:ext>
            </a:extLst>
          </p:cNvPr>
          <p:cNvSpPr txBox="1"/>
          <p:nvPr/>
        </p:nvSpPr>
        <p:spPr>
          <a:xfrm>
            <a:off x="58992" y="3711993"/>
            <a:ext cx="87408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4: Rename Sales column as a Price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EAB2BB0-86B4-9723-1291-B6958C8A8E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550" y="4241718"/>
            <a:ext cx="3032263" cy="5643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A2054AA-00A1-B062-D270-3A8BEA5BA1D7}"/>
              </a:ext>
            </a:extLst>
          </p:cNvPr>
          <p:cNvSpPr txBox="1"/>
          <p:nvPr/>
        </p:nvSpPr>
        <p:spPr>
          <a:xfrm>
            <a:off x="58992" y="4781502"/>
            <a:ext cx="444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7A37873-09DC-6DA0-1A93-074A96F3AB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812" y="5190342"/>
            <a:ext cx="3988877" cy="166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8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03EED2-53D0-1370-11BE-025E759102BF}"/>
              </a:ext>
            </a:extLst>
          </p:cNvPr>
          <p:cNvSpPr txBox="1"/>
          <p:nvPr/>
        </p:nvSpPr>
        <p:spPr>
          <a:xfrm>
            <a:off x="127819" y="0"/>
            <a:ext cx="452283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5: Calculated Total Sales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6CD89-255F-66C4-3B7C-12AADF9C8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643284"/>
            <a:ext cx="3696929" cy="1206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1EE34E-BBFE-751F-F3F7-75CB0013F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09" y="2348806"/>
            <a:ext cx="1680046" cy="17424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48AF05-57CF-512B-FDEA-678A477AB22E}"/>
              </a:ext>
            </a:extLst>
          </p:cNvPr>
          <p:cNvSpPr txBox="1"/>
          <p:nvPr/>
        </p:nvSpPr>
        <p:spPr>
          <a:xfrm>
            <a:off x="0" y="1914673"/>
            <a:ext cx="444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55EE2F-AEAB-1340-530E-B0DC9CF3A296}"/>
              </a:ext>
            </a:extLst>
          </p:cNvPr>
          <p:cNvSpPr txBox="1"/>
          <p:nvPr/>
        </p:nvSpPr>
        <p:spPr>
          <a:xfrm>
            <a:off x="127818" y="4260380"/>
            <a:ext cx="452283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6: Calculated Average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7538E6-200D-A4D7-DDD9-E52B60C04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5" y="5060599"/>
            <a:ext cx="5506218" cy="1247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A7FADD-924C-9EAF-CAFC-BFD4A514A65E}"/>
              </a:ext>
            </a:extLst>
          </p:cNvPr>
          <p:cNvSpPr txBox="1"/>
          <p:nvPr/>
        </p:nvSpPr>
        <p:spPr>
          <a:xfrm>
            <a:off x="6808838" y="4260380"/>
            <a:ext cx="444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59FFC6-4850-8002-815C-B9DEBBDBA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8838" y="4722414"/>
            <a:ext cx="2353003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15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6205A-452B-5F17-6375-3CDAC9DE840D}"/>
              </a:ext>
            </a:extLst>
          </p:cNvPr>
          <p:cNvSpPr txBox="1"/>
          <p:nvPr/>
        </p:nvSpPr>
        <p:spPr>
          <a:xfrm>
            <a:off x="127819" y="0"/>
            <a:ext cx="5230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7: Calculated Sales by Region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CB341-3539-2ECB-51A9-3B228203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720003"/>
            <a:ext cx="4198583" cy="20492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F212D8-A9BA-2BE4-7A7C-728BFA7CF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36175"/>
            <a:ext cx="3553321" cy="12860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46D5D6-3E2C-0B2A-DEDD-55128DEB9824}"/>
              </a:ext>
            </a:extLst>
          </p:cNvPr>
          <p:cNvSpPr txBox="1"/>
          <p:nvPr/>
        </p:nvSpPr>
        <p:spPr>
          <a:xfrm>
            <a:off x="6096000" y="153888"/>
            <a:ext cx="444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306C06-0947-0874-76BC-24AE3B7D8B0F}"/>
              </a:ext>
            </a:extLst>
          </p:cNvPr>
          <p:cNvSpPr txBox="1"/>
          <p:nvPr/>
        </p:nvSpPr>
        <p:spPr>
          <a:xfrm>
            <a:off x="0" y="2962142"/>
            <a:ext cx="5722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8: Calculated Sales by State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7B85DC-4F20-4453-BF15-0FE06A3C5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86" y="3795377"/>
            <a:ext cx="4858428" cy="26102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59CBDCE-EB33-345E-2337-B5A6790464DD}"/>
              </a:ext>
            </a:extLst>
          </p:cNvPr>
          <p:cNvSpPr txBox="1"/>
          <p:nvPr/>
        </p:nvSpPr>
        <p:spPr>
          <a:xfrm>
            <a:off x="6169742" y="3059668"/>
            <a:ext cx="444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D50A9B-79EF-0C48-1460-EB0E43550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65569"/>
            <a:ext cx="3477110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62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038FC7-1149-5CF6-92B4-D7115C43C299}"/>
              </a:ext>
            </a:extLst>
          </p:cNvPr>
          <p:cNvSpPr txBox="1"/>
          <p:nvPr/>
        </p:nvSpPr>
        <p:spPr>
          <a:xfrm>
            <a:off x="78659" y="78658"/>
            <a:ext cx="5722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9: Calculated Sales by Country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1A3D80-2929-77C6-E013-C030B3252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4" y="1127294"/>
            <a:ext cx="5763429" cy="26959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B1256E-A4DB-D98A-5BE9-B73A7EFCF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94" y="4692905"/>
            <a:ext cx="3600953" cy="1362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CBCF08-DBC8-57C2-875E-A50E4BA1EB70}"/>
              </a:ext>
            </a:extLst>
          </p:cNvPr>
          <p:cNvSpPr txBox="1"/>
          <p:nvPr/>
        </p:nvSpPr>
        <p:spPr>
          <a:xfrm>
            <a:off x="78659" y="4073409"/>
            <a:ext cx="444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963653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</TotalTime>
  <Words>236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SUPERSTORE ANALYZE</vt:lpstr>
      <vt:lpstr>OBJECTIVE</vt:lpstr>
      <vt:lpstr>Excel</vt:lpstr>
      <vt:lpstr>PowerPoint Presentation</vt:lpstr>
      <vt:lpstr>SQL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Kaviya Prabha</dc:creator>
  <cp:lastModifiedBy>Kaviya Prabha</cp:lastModifiedBy>
  <cp:revision>1</cp:revision>
  <dcterms:created xsi:type="dcterms:W3CDTF">2025-07-27T18:05:31Z</dcterms:created>
  <dcterms:modified xsi:type="dcterms:W3CDTF">2025-07-29T12:51:57Z</dcterms:modified>
</cp:coreProperties>
</file>